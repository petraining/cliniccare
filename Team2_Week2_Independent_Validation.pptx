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dPt>
            <c:idx val="0"/>
            <c:spPr>
              <a:solidFill>
                <a:srgbClr val="0CA30C"/>
              </a:solidFill>
              <a:ln>
                <a:noFill/>
              </a:ln>
            </c:spPr>
          </c:dPt>
          <c:dPt>
            <c:idx val="1"/>
            <c:spPr>
              <a:solidFill>
                <a:srgbClr val="FAB219"/>
              </a:solidFill>
              <a:ln>
                <a:noFill/>
              </a:ln>
            </c:spPr>
          </c:dPt>
          <c:dPt>
            <c:idx val="2"/>
            <c:spPr>
              <a:solidFill>
                <a:srgbClr val="D03B3B"/>
              </a:solidFill>
              <a:ln>
                <a:noFill/>
              </a:ln>
            </c:spPr>
          </c:dPt>
          <c:dPt>
            <c:idx val="3"/>
            <c:spPr>
              <a:solidFill>
                <a:srgbClr val="898781"/>
              </a:solidFill>
              <a:ln>
                <a:noFill/>
              </a:ln>
            </c:spPr>
          </c:dPt>
          <c:dPt>
            <c:idx val="4"/>
            <c:spPr>
              <a:solidFill>
                <a:srgbClr val="C3C2B7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PASS</c:v>
                </c:pt>
                <c:pt idx="1">
                  <c:v>PARTIAL</c:v>
                </c:pt>
                <c:pt idx="2">
                  <c:v>FAIL</c:v>
                </c:pt>
                <c:pt idx="3">
                  <c:v>UNKNOWN</c:v>
                </c:pt>
                <c:pt idx="4">
                  <c:v>SCOPE GAP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4</c:v>
                </c:pt>
                <c:pt idx="2">
                  <c:v>3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600" b="1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09728" cy="12801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6B6EF"/>
                </a:solidFill>
                <a:latin typeface="Segoe UI"/>
              </a:rPr>
              <a:t>TEAM 2  · 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632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Independent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C3C2B7"/>
                </a:solidFill>
                <a:latin typeface="Segoe UI"/>
              </a:rPr>
              <a:t>Their validator — and a real finding it caught in</a:t>
            </a:r>
          </a:p>
          <a:p>
            <a:pPr algn="l">
              <a:lnSpc>
                <a:spcPct val="120000"/>
              </a:lnSpc>
            </a:pPr>
            <a:r>
              <a:rPr sz="1900" b="0">
                <a:solidFill>
                  <a:srgbClr val="C3C2B7"/>
                </a:solidFill>
                <a:latin typeface="Segoe UI"/>
              </a:rPr>
              <a:t>Insurance Eligibility &amp; Prior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98781"/>
                </a:solidFill>
                <a:latin typeface="Segoe UI"/>
              </a:rPr>
              <a:t>ClinicCare (ReferralIQ) Training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Why independent validation</a:t>
            </a:r>
            <a:r>
              <a:rPr sz="1700">
                <a:solidFill>
                  <a:srgbClr val="52514E"/>
                </a:solidFill>
                <a:latin typeface="Segoe UI"/>
              </a:rPr>
              <a:t>  docs say a feature is “done” — how do we know it's actually enforced?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Meet the validator</a:t>
            </a:r>
            <a:r>
              <a:rPr sz="1700">
                <a:solidFill>
                  <a:srgbClr val="52514E"/>
                </a:solidFill>
                <a:latin typeface="Segoe UI"/>
              </a:rPr>
              <a:t>  a read-only agent that checks implementation against requirement docs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How it works</a:t>
            </a:r>
            <a:r>
              <a:rPr sz="1700">
                <a:solidFill>
                  <a:srgbClr val="52514E"/>
                </a:solidFill>
                <a:latin typeface="Segoe UI"/>
              </a:rPr>
              <a:t>  locate docs → build a checklist → cite code evidence → no invented rules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Compliance results</a:t>
            </a:r>
            <a:r>
              <a:rPr sz="1700">
                <a:solidFill>
                  <a:srgbClr val="52514E"/>
                </a:solidFill>
                <a:latin typeface="Segoe UI"/>
              </a:rPr>
              <a:t>  34 checklist items scored across backend, gateway, and frontend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The real finding it caught</a:t>
            </a:r>
            <a:r>
              <a:rPr sz="1700">
                <a:solidFill>
                  <a:srgbClr val="52514E"/>
                </a:solidFill>
                <a:latin typeface="Segoe UI"/>
              </a:rPr>
              <a:t>  a safeguard that looked implemented but didn't actually block anything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700">
                <a:solidFill>
                  <a:srgbClr val="0B0B0B"/>
                </a:solidFill>
                <a:latin typeface="Segoe UI"/>
              </a:rPr>
              <a:t>▸  What we did with it</a:t>
            </a:r>
            <a:r>
              <a:rPr sz="1700">
                <a:solidFill>
                  <a:srgbClr val="52514E"/>
                </a:solidFill>
                <a:latin typeface="Segoe UI"/>
              </a:rPr>
              <a:t>  recommendations and follow-up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“Done” in the plan isn't the same as “enforced” in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By Week 2, insurance-authorization had shipped: backend CRUD, authorization endpoints, gateway routing, and frontend badges/filters were all merged.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429000" cy="635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The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A feature can look complete in a demo — badges render, forms submit — while a specific success-criterion silently isn't enforced anywhere in the code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2651760"/>
            <a:ext cx="3429000" cy="63500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Self-review checks “did I build the screen,” not “does the screen actually satisfy the requirement's business rule.”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651760"/>
            <a:ext cx="3429000" cy="31089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651760"/>
            <a:ext cx="3429000" cy="635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880360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0B0B"/>
                </a:solidFill>
                <a:latin typeface="Segoe UI"/>
              </a:rPr>
              <a:t>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33756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A second, independent, read-only pass that scores the implementation against the written plan — line by line — with evidence, not impressions.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THEIR VALIDATOR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A read-only requirement validator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2514E"/>
                </a:solidFill>
                <a:latin typeface="Segoe UI"/>
              </a:rPr>
              <a:t>Invoked as: /validate-requirement insurance-eligibility  — cross-references the documented plan against the actual Angular frontend, FastAPI services, and API gateway code.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23160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042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Read-only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Never edits, fixes, or refactors code — it reports findings; humans decide what to do with them.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29000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Evidence-based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758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Every verdict cites a concrete file:line — no unsupported claims about what the code does.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434840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159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Grounded in the actual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81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Scores only against what plan.md / context-map.md / CLAUDE.md actually say — never invents requirements.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440680"/>
            <a:ext cx="146304" cy="14630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21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Five-way verdict, not pass/fail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8756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PASS, PARTIAL, FAIL, UNKNOWN (needs a running service), and SCOPE GAP (intent-level, not committed) — so ambiguity isn't forced into a binary.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How the validator builds its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88920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0B0B"/>
                </a:solidFill>
                <a:latin typeface="Segoe UI"/>
              </a:rPr>
              <a:t>Locate the requirement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20440"/>
            <a:ext cx="2203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Ranked by authority: feature-specific plan.md/context-map.md first, then root intent docs, then CLAUDE.md architectural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82880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88920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0B0B"/>
                </a:solidFill>
                <a:latin typeface="Segoe UI"/>
              </a:rPr>
              <a:t>Build a checklist from what the docs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20440"/>
            <a:ext cx="2203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Concrete, checkable items — models, endpoints, status enums, notification events — never reused from a prior feature's checklist.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2880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88920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0B0B"/>
                </a:solidFill>
                <a:latin typeface="Segoe UI"/>
              </a:rPr>
              <a:t>Cross-reference code to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0440"/>
            <a:ext cx="2203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Reads models.py, main.py, schemas.py, and the Angular components; every verdict traces to a file:line.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1828800"/>
            <a:ext cx="2606040" cy="3931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0576" y="210312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788920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>
                <a:solidFill>
                  <a:srgbClr val="0B0B0B"/>
                </a:solidFill>
                <a:latin typeface="Segoe UI"/>
              </a:rPr>
              <a:t>Separate scope gaps from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520440"/>
            <a:ext cx="220370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Intent-only asks absent from the committed plan are flagged as SCOPE GAP, not scored as FAIL.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What it validated: Insurance Eligibility &amp; Prior Authorization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Patient Service (8001)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92808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Insurance ORM model, one-to-many relationship, CRUD endpoints, seed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Referral Service (8003)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944368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Authorization ORM model, 4-state status enum, POST/GET/PUT 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9592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API Gateway (8000)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995928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Generic path-prefix proxying, CORS restriction, hop-by-hop header stripping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10607040" cy="868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Frontend (Angular)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047488"/>
            <a:ext cx="6858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52514E"/>
                </a:solidFill>
                <a:latin typeface="Segoe UI"/>
              </a:rPr>
              <a:t>Insurance display, authorization badges, referral-creation guard, notification consumption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98781"/>
                </a:solidFill>
                <a:latin typeface="Segoe UI"/>
              </a:rPr>
              <a:t>34 concrete checklist items derived from teamupdates/plan.md and context-map.md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Compliance summary — 34 requirement checklist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78308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75320" y="1883664"/>
            <a:ext cx="201168" cy="20116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77393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PASS 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103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Fully implemented, matches the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724912"/>
            <a:ext cx="201168" cy="201168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6151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PARTIAL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9443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Implemented but incomplete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3566160"/>
            <a:ext cx="201168" cy="20116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456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FAIL 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8561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Expected behavior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4407408"/>
            <a:ext cx="201168" cy="2011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UNKNOWN 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62686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Needs a running service to verify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5248656"/>
            <a:ext cx="201168" cy="201168"/>
          </a:xfrm>
          <a:prstGeom prst="rect">
            <a:avLst/>
          </a:prstGeom>
          <a:solidFill>
            <a:srgbClr val="C3C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51389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SCOPE GAP 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468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2514E"/>
                </a:solidFill>
                <a:latin typeface="Segoe UI"/>
              </a:rPr>
              <a:t>Intent-level, not in the committed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✗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Referral creation was never blocked when authorization was Denied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3C2B7"/>
                </a:solidFill>
                <a:latin typeface="Segoe UI"/>
              </a:rPr>
              <a:t>The core anti-denied-claim safeguard — the entire reason this feature exists — was implemented as a warning message, not an actual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10881360" cy="2651760"/>
          </a:xfrm>
          <a:prstGeom prst="roundRect">
            <a:avLst>
              <a:gd name="adj" fmla="val 6000"/>
            </a:avLst>
          </a:prstGeom>
          <a:solidFill>
            <a:srgbClr val="1A1A19"/>
          </a:solidFill>
          <a:ln w="12700">
            <a:solidFill>
              <a:srgbClr val="3838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6B6EF"/>
                </a:solidFill>
                <a:latin typeface="Segoe UI"/>
              </a:rPr>
              <a:t>What the plan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1E0D9"/>
                </a:solidFill>
                <a:latin typeface="Segoe UI"/>
              </a:rPr>
              <a:t>“Block referral creation if [authorization] status is Denied.”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E1E0D9"/>
                </a:solidFill>
                <a:latin typeface="Segoe UI"/>
              </a:rPr>
              <a:t>— plan.md, Phase 2.2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749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835A"/>
                </a:solidFill>
                <a:latin typeface="Segoe UI"/>
              </a:rPr>
              <a:t>What the code actually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114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E1E0D9"/>
                </a:solidFill>
                <a:latin typeface="Segoe UI"/>
              </a:rPr>
              <a:t>create-referral.component.ts showed a warning &lt;p&gt; when a Denied authorization existed — but the submit button's disabled binding never checked for it. submit() called the API regardless.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03B3B"/>
                </a:solidFill>
                <a:latin typeface="Segoe UI"/>
              </a:rPr>
              <a:t>THE FINDING,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Why it slipped past a normal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Segoe U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>
                <a:solidFill>
                  <a:srgbClr val="0B0B0B"/>
                </a:solidFill>
                <a:latin typeface="Segoe UI"/>
              </a:rPr>
              <a:t>▸  deniedAuthorizations() correctly computes whether the selected patient has a Denied authorization on any existing referral.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>
                <a:solidFill>
                  <a:srgbClr val="0B0B0B"/>
                </a:solidFill>
                <a:latin typeface="Segoe UI"/>
              </a:rPr>
              <a:t>▸  A warning paragraph renders when it's true — so on screen, it looks handled.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>
                <a:solidFill>
                  <a:srgbClr val="0B0B0B"/>
                </a:solidFill>
                <a:latin typeface="Segoe UI"/>
              </a:rPr>
              <a:t>▸  But: [disabled]="!f.valid || submitting()" on the submit button never references deniedAuthorizations().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250">
                <a:solidFill>
                  <a:srgbClr val="0B0B0B"/>
                </a:solidFill>
                <a:latin typeface="Segoe UI"/>
              </a:rPr>
              <a:t>▸  submit() performs no check before calling referralService.create(...).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0B0B"/>
                </a:solidFill>
                <a:latin typeface="Segoe U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250">
                <a:solidFill>
                  <a:srgbClr val="0B0B0B"/>
                </a:solidFill>
                <a:latin typeface="Segoe UI"/>
              </a:rPr>
              <a:t>▸  Staff can still submit</a:t>
            </a:r>
            <a:r>
              <a:rPr sz="1250">
                <a:solidFill>
                  <a:srgbClr val="52514E"/>
                </a:solidFill>
                <a:latin typeface="Segoe UI"/>
              </a:rPr>
              <a:t>  a referral for a patient whose insurance authorization is on record as Denied.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250">
                <a:solidFill>
                  <a:srgbClr val="0B0B0B"/>
                </a:solidFill>
                <a:latin typeface="Segoe UI"/>
              </a:rPr>
              <a:t>▸  The feature's own goal is defeated:</a:t>
            </a:r>
            <a:r>
              <a:rPr sz="1250">
                <a:solidFill>
                  <a:srgbClr val="52514E"/>
                </a:solidFill>
                <a:latin typeface="Segoe UI"/>
              </a:rPr>
              <a:t>  the whole point was catching authorization problems before the visit, not after a claim is denied.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250">
                <a:solidFill>
                  <a:srgbClr val="0B0B0B"/>
                </a:solidFill>
                <a:latin typeface="Segoe UI"/>
              </a:rPr>
              <a:t>▸  It reads as done:</a:t>
            </a:r>
            <a:r>
              <a:rPr sz="1250">
                <a:solidFill>
                  <a:srgbClr val="52514E"/>
                </a:solidFill>
                <a:latin typeface="Segoe UI"/>
              </a:rPr>
              <a:t>  manual demo-testing a happy path won't surface this — the warning text makes it look like the requirement was met.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BEYOND 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Other real gaps the validator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682496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No status badges on the referral-creation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048256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Plan called for Approved/Pending/Denied/Not Required badges; only a conditional plain-text warning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16352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148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No insurance add/edit/delete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127248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The full backend CRUD from Week 1 has no frontend entry point — records are only reachable via seed data or direct API calls.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9534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8404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Notification payload missing old_status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206240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Authorization-change events carry the new status embedded in free text only; nothing captures what it changed from.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74336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91947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Authorization-change notifications never consumed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285232"/>
            <a:ext cx="9326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Segoe UI"/>
              </a:rPr>
              <a:t>NotificationService.loadByReferral() exists but is never imported by any component — “staff notified” isn't wired 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78D6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0B0B"/>
                </a:solidFill>
                <a:latin typeface="Segoe UI"/>
              </a:rPr>
              <a:t>Recommendations, in priority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1905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3852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Make the guard actually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33172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Add deniedAuthorizations().length === 0 to the submit-button disabled binding (and/or gate submit()); add the missing status badge to the creation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4612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5584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Build the missing insurance CRUD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4904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Add create/edit/delete methods to PatientService and a form/modal in patient-details — so the Week 1 backend endpoints are reachable from the 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6344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7316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0B0B"/>
                </a:solidFill>
                <a:latin typeface="Segoe UI"/>
              </a:rPr>
              <a:t>Close the notification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166360"/>
            <a:ext cx="9326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Surface NotificationService data in a component and/or add structured old_status/new_status fields to the authorization-change event payload.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6B6EF"/>
                </a:solidFill>
                <a:latin typeface="Segoe UI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0B0B"/>
                </a:solidFill>
                <a:latin typeface="Segoe UI"/>
              </a:rPr>
              <a:t>Why this matters beyond one feature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Evidence beats impression.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2B7"/>
                </a:solidFill>
                <a:latin typeface="Segoe UI"/>
              </a:rPr>
              <a:t>A warning message on screen looks like enforcement — only a file:line check of the disabled binding proved it wasn't.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62072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Independent, doc-grounded validation scales.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2B7"/>
                </a:solidFill>
                <a:latin typeface="Segoe UI"/>
              </a:rPr>
              <a:t>The same read-only agent can be pointed at any feature's plan.md and re-run the same rigor — no bespoke checklist per reviewer.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41064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PASS/FAIL isn't enough.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2B7"/>
                </a:solidFill>
                <a:latin typeface="Segoe UI"/>
              </a:rPr>
              <a:t>Separating PARTIAL, UNKNOWN, and SCOPE GAP kept the report honest instead of forcing ambiguous cases into a binary.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20056"/>
            <a:ext cx="128016" cy="12801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28 of 34 passed — and it still mattered.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3C2B7"/>
                </a:solidFill>
                <a:latin typeface="Segoe UI"/>
              </a:rPr>
              <a:t>A single missed enforcement point (Priority 1) is the difference between shipping the feature's actual goal and shipping something that only looks like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